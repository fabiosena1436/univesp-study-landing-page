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4c36d89d994229" /><Relationship Type="http://schemas.openxmlformats.org/officeDocument/2006/relationships/extended-properties" Target="/docProps/app.xml" Id="Rfb75a268d753463d" /><Relationship Type="http://schemas.openxmlformats.org/officeDocument/2006/relationships/officeDocument" Target="/ppt/presentation.xml" Id="Rf243d3d14e6e4e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22fe41f5184fc0"/>
  </p:sldMasterIdLst>
  <p:notesMasterIdLst>
    <p:notesMasterId xmlns:r="http://schemas.openxmlformats.org/officeDocument/2006/relationships" r:id="R156ce00accc940a3"/>
  </p:notesMasterIdLst>
  <p:sldIdLst>
    <p:sldId xmlns:r="http://schemas.openxmlformats.org/officeDocument/2006/relationships" id="256" r:id="Rc2ff3dd8ac7b4843"/>
    <p:sldId xmlns:r="http://schemas.openxmlformats.org/officeDocument/2006/relationships" id="257" r:id="R20083d318ae64aa4"/>
    <p:sldId xmlns:r="http://schemas.openxmlformats.org/officeDocument/2006/relationships" id="258" r:id="R26b8c43b25cd4fda"/>
    <p:sldId xmlns:r="http://schemas.openxmlformats.org/officeDocument/2006/relationships" id="259" r:id="Rdbe3cb8372884e1c"/>
    <p:sldId xmlns:r="http://schemas.openxmlformats.org/officeDocument/2006/relationships" id="260" r:id="R49b57a7b063c46a2"/>
    <p:sldId xmlns:r="http://schemas.openxmlformats.org/officeDocument/2006/relationships" id="261" r:id="R52b40a00aa49446d"/>
    <p:sldId xmlns:r="http://schemas.openxmlformats.org/officeDocument/2006/relationships" id="262" r:id="R5ae07f009f5743a7"/>
    <p:sldId xmlns:r="http://schemas.openxmlformats.org/officeDocument/2006/relationships" id="263" r:id="R47bb834185ba4049"/>
    <p:sldId xmlns:r="http://schemas.openxmlformats.org/officeDocument/2006/relationships" id="264" r:id="R0ce746ecf31b49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7cf2cc8a464e15" /><Relationship Type="http://schemas.openxmlformats.org/officeDocument/2006/relationships/slideMaster" Target="/ppt/slideMasters/slideMaster1.xml" Id="Rc322fe41f5184fc0" /><Relationship Type="http://schemas.openxmlformats.org/officeDocument/2006/relationships/notesMaster" Target="/ppt/notesMasters/notesMaster1.xml" Id="R156ce00accc940a3" /><Relationship Type="http://schemas.openxmlformats.org/officeDocument/2006/relationships/presProps" Target="/ppt/presProps.xml" Id="R69a98c718dda4f75" /><Relationship Type="http://schemas.openxmlformats.org/officeDocument/2006/relationships/tableStyles" Target="/ppt/tableStyles.xml" Id="R520f5583db774182" /><Relationship Type="http://schemas.openxmlformats.org/officeDocument/2006/relationships/slide" Target="/ppt/slides/slide1.xml" Id="Rc2ff3dd8ac7b4843" /><Relationship Type="http://schemas.openxmlformats.org/officeDocument/2006/relationships/slide" Target="/ppt/slides/slide2.xml" Id="R20083d318ae64aa4" /><Relationship Type="http://schemas.openxmlformats.org/officeDocument/2006/relationships/slide" Target="/ppt/slides/slide3.xml" Id="R26b8c43b25cd4fda" /><Relationship Type="http://schemas.openxmlformats.org/officeDocument/2006/relationships/slide" Target="/ppt/slides/slide4.xml" Id="Rdbe3cb8372884e1c" /><Relationship Type="http://schemas.openxmlformats.org/officeDocument/2006/relationships/slide" Target="/ppt/slides/slide5.xml" Id="R49b57a7b063c46a2" /><Relationship Type="http://schemas.openxmlformats.org/officeDocument/2006/relationships/slide" Target="/ppt/slides/slide6.xml" Id="R52b40a00aa49446d" /><Relationship Type="http://schemas.openxmlformats.org/officeDocument/2006/relationships/slide" Target="/ppt/slides/slide7.xml" Id="R5ae07f009f5743a7" /><Relationship Type="http://schemas.openxmlformats.org/officeDocument/2006/relationships/slide" Target="/ppt/slides/slide8.xml" Id="R47bb834185ba4049" /><Relationship Type="http://schemas.openxmlformats.org/officeDocument/2006/relationships/slide" Target="/ppt/slides/slide9.xml" Id="R0ce746ecf31b49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d4c9ddeb8148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2cf71f1c714721" /><Relationship Type="http://schemas.openxmlformats.org/officeDocument/2006/relationships/notesMaster" Target="/ppt/notesMasters/notesMaster1.xml" Id="Raab28426548744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6cd8c65f2042a9" /><Relationship Type="http://schemas.openxmlformats.org/officeDocument/2006/relationships/notesMaster" Target="/ppt/notesMasters/notesMaster1.xml" Id="Rb5160f82072f4c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9ba564c42d44ec" /><Relationship Type="http://schemas.openxmlformats.org/officeDocument/2006/relationships/notesMaster" Target="/ppt/notesMasters/notesMaster1.xml" Id="R04f67412481a4c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8b5a88ebae43f5" /><Relationship Type="http://schemas.openxmlformats.org/officeDocument/2006/relationships/notesMaster" Target="/ppt/notesMasters/notesMaster1.xml" Id="Rd10b1b7328ee4e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7041c37acd429b" /><Relationship Type="http://schemas.openxmlformats.org/officeDocument/2006/relationships/notesMaster" Target="/ppt/notesMasters/notesMaster1.xml" Id="R221df685c1ae4a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34703fd6404580" /><Relationship Type="http://schemas.openxmlformats.org/officeDocument/2006/relationships/notesMaster" Target="/ppt/notesMasters/notesMaster1.xml" Id="Ra5c0d2cfbbd547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e8121c4dd44784" /><Relationship Type="http://schemas.openxmlformats.org/officeDocument/2006/relationships/notesMaster" Target="/ppt/notesMasters/notesMaster1.xml" Id="R801cc1a21ebb48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7d96c3c3704fc8" /><Relationship Type="http://schemas.openxmlformats.org/officeDocument/2006/relationships/notesMaster" Target="/ppt/notesMasters/notesMaster1.xml" Id="Rdeff61cbbe654e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25586f59d74e4e" /><Relationship Type="http://schemas.openxmlformats.org/officeDocument/2006/relationships/notesMaster" Target="/ppt/notesMasters/notesMaster1.xml" Id="Ra2e4124667194c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35 segundos. Olá, pessoal! Quero apresentar o Aprova UNIVESP, um projeto de estudos para nossa comunidade. A proposta é usar questões para praticar e entender o que ainda precisamos revisar. O acesso é gratuito. Sou Fabio VSena, responsável pelo projeto. Esta é uma iniciativa independente, sem vínculo oficial com a universidade.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C:\projetos-sites-guit\univesp-study-landing-page\README.md</a:t>
            </a:r>
          </a:p>
          <a:p xmlns:a="http://schemas.openxmlformats.org/drawingml/2006/main">
            <a:r>
              <a:t>C:\projetos-sites-guit\univesp-study-landing-page\src\app\termos\page.tsx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40 segundos. Esta é a página inicial real do projeto. Ela apresenta um catálogo compartilhado, simulados e acompanhamento individual. Os números visíveis na imagem são exemplos da página, não resultados de alunos. Nossa proposta é facilitar a prática com o conteúdo disponível, sem prometer aprovação.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https://univesp-study-landing-page.vercel.app/</a:t>
            </a:r>
          </a:p>
          <a:p xmlns:a="http://schemas.openxmlformats.org/drawingml/2006/main">
            <a:r>
              <a:t>C:\projetos-sites-guit\univesp-study-landing-page\src\app\page.tsx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 O catálogo agrupa questões por matéria. Em Nova prova, você monta seu treino com o conteúdo disponível. O histórico reúne seus resultados. Flashcards e Meu plano ajudam a continuar a revisão. As opções e a quantidade de questões dependem das matérias publicadas pelos administradores.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C:\projetos-sites-guit\univesp-study-landing-page\src\components\AppShell.tsx</a:t>
            </a:r>
          </a:p>
          <a:p xmlns:a="http://schemas.openxmlformats.org/drawingml/2006/main">
            <a:r>
              <a:t>C:\projetos-sites-guit\univesp-study-landing-page\src\app\app\prova\page.tsx</a:t>
            </a:r>
          </a:p>
          <a:p xmlns:a="http://schemas.openxmlformats.org/drawingml/2006/main">
            <a:r>
              <a:t>C:\projetos-sites-guit\univesp-study-landing-page\src\app\app\flashcards\page.tsx</a:t>
            </a:r>
          </a:p>
          <a:p xmlns:a="http://schemas.openxmlformats.org/drawingml/2006/main">
            <a:r>
              <a:t>C:\projetos-sites-guit\univesp-study-landing-page\src\app\app\plano\page.tsx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 Abra o endereço do projeto e escolha Criar conta grátis. Informe nome, e-mail institucional, curso e uma senha com pelo menos oito caracteres. Confirme a senha. O cadastro libera acesso imediato, sem confirmação por e-mail. Quem já tem conta usa Entrar. Leia os termos e a política de privacidade antes de concluir. Não peça que alguém compartilhe sua senha.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https://univesp-study-landing-page.vercel.app/cadastro</a:t>
            </a:r>
          </a:p>
          <a:p xmlns:a="http://schemas.openxmlformats.org/drawingml/2006/main">
            <a:r>
              <a:t>C:\projetos-sites-guit\univesp-study-landing-page\src\app\cadastro\page.tsx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 Depois de entrar, abra Nova prova. Escolha uma matéria publicada e a quantidade de questões. Para começar, sugiro cinco questões, se houver essa quantidade disponível. Responda e conclua o treino. Confira os acertos e leia o feedback disponível, especialmente nas questões erradas. Se quiser demonstrar ao vivo, faça agora esse percurso com sua própria conta.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C:\projetos-sites-guit\univesp-study-landing-page\src\app\app\prova\page.tsx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 O erro mostra o que merece uma nova tentativa. Em Nova prova, o filtro Só as questões que eu já errei direciona o treino. Em Meu plano, responda a revisão e avalie como foi. Difícil traz a questão de volta mais cedo, enquanto Fácil amplia o intervalo. Nos flashcards, tente lembrar antes de revelar a resposta. A fila depende do seu uso, por isso faça uma prova para começar.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C:\projetos-sites-guit\univesp-study-landing-page\src\app\app\plano\page.tsx</a:t>
            </a:r>
          </a:p>
          <a:p xmlns:a="http://schemas.openxmlformats.org/drawingml/2006/main">
            <a:r>
              <a:t>C:\projetos-sites-guit\univesp-study-landing-page\src\app\app\flashcards\page.tsx</a:t>
            </a:r>
          </a:p>
          <a:p xmlns:a="http://schemas.openxmlformats.org/drawingml/2006/main">
            <a:r>
              <a:t>C:\projetos-sites-guit\univesp-study-landing-page\src\app\app\prova\page.tsx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 Os administradores publicam e revisam as matérias, questões e materiais. Você pode contribuir enviando sugestões ou apontando problemas pelo canal Falar com admin. Se encontrar uma resposta duvidosa, inclua a matéria e o enunciado para facilitar a conferência. Quem quiser sugerir material deve enviar somente conteúdo que tenha autorização para compartilhar. O aluno não precisa importar arquivos para começar.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C:\projetos-sites-guit\univesp-study-landing-page\src\app\app\contato\page.tsx</a:t>
            </a:r>
          </a:p>
          <a:p xmlns:a="http://schemas.openxmlformats.org/drawingml/2006/main">
            <a:r>
              <a:t>C:\projetos-sites-guit\univesp-study-landing-page\src\app\termos\page.tsx</a:t>
            </a:r>
          </a:p>
          <a:p xmlns:a="http://schemas.openxmlformats.org/drawingml/2006/main">
            <a:r>
              <a:t>C:\projetos-sites-guit\univesp-study-landing-page\README.md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 O Aprova UNIVESP apoia a preparação e não substitui as aulas e os materiais oficiais. É uma iniciativa independente. Questões e explicações podem conter erros, inclusive quando há apoio de IA, então confira com o conteúdo da disciplina e reporte divergências. O resultado do treino não é nota oficial nem garantia de aprovação. O perfil oferece exportação de dados e encerramento da conta.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C:\projetos-sites-guit\univesp-study-landing-page\src\app\termos\page.tsx</a:t>
            </a:r>
          </a:p>
          <a:p xmlns:a="http://schemas.openxmlformats.org/drawingml/2006/main">
            <a:r>
              <a:t>C:\projetos-sites-guit\univesp-study-landing-page\src\app\privacidade\page.tsx</a:t>
            </a:r>
          </a:p>
          <a:p xmlns:a="http://schemas.openxmlformats.org/drawingml/2006/main">
            <a:r>
              <a:t>C:\projetos-sites-guit\univesp-study-landing-page\README.md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40 segundos. O convite é simples: abra o site, crie sua conta e faça um treino curto em uma matéria disponível. Depois, confira os erros e volte para revisar. Vou deixar o endereço na tela. Se tiverem dúvidas, usem Falar com admin ou meu e-mail. Quem experimentar pode contar o que funcionou e o que precisa melhorar. Obrigado!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https://univesp-study-landing-page.vercel.app/</a:t>
            </a:r>
          </a:p>
          <a:p xmlns:a="http://schemas.openxmlformats.org/drawingml/2006/main">
            <a:r>
              <a:t>C:\projetos-sites-guit\univesp-study-landing-page\src\app\app\contato\page.tsx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78baf7b4243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35fc30e6946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c03c926254a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1f242bb8545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6e64ec7014c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33a04eb4c41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22C196-2447-4903-9EC8-6BE97CA22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3DBC13-3AB6-4DDB-85AE-076B7E7A44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386E8E-984F-4119-869B-39BFEDC30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E38352-E09B-4E17-8C44-11BF1A38AC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DA9447-B322-419A-9719-756B588DE1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4CAB51-BEA2-4DC0-9866-7C3AEAA371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F6CD12-213D-4075-A90F-A5379214CE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A458D66-4242-4F06-B97D-D1376FDA2C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092C2B-F889-4F09-98ED-D21B1D1D9D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36A67B-0607-4F3E-B20E-2BA328A03A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24c1a0e6094fef" /><Relationship Type="http://schemas.openxmlformats.org/officeDocument/2006/relationships/slideLayout" Target="/ppt/slideLayouts/slideLayout1.xml" Id="R04237a3093bc4b7d" /><Relationship Type="http://schemas.openxmlformats.org/officeDocument/2006/relationships/slideLayout" Target="/ppt/slideLayouts/slideLayout2.xml" Id="R110963e324ce4b3a" /><Relationship Type="http://schemas.openxmlformats.org/officeDocument/2006/relationships/slideLayout" Target="/ppt/slideLayouts/slideLayout3.xml" Id="R292c35be446b4bae" /><Relationship Type="http://schemas.openxmlformats.org/officeDocument/2006/relationships/slideLayout" Target="/ppt/slideLayouts/slideLayout4.xml" Id="Ree8c2d2a119d4375" /><Relationship Type="http://schemas.openxmlformats.org/officeDocument/2006/relationships/slideLayout" Target="/ppt/slideLayouts/slideLayout5.xml" Id="R6108913eeac64c36" /><Relationship Type="http://schemas.openxmlformats.org/officeDocument/2006/relationships/slideLayout" Target="/ppt/slideLayouts/slideLayout6.xml" Id="R03c8e1c319ad45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237a3093bc4b7d"/>
    <p:sldLayoutId xmlns:r="http://schemas.openxmlformats.org/officeDocument/2006/relationships" id="2147483650" r:id="R110963e324ce4b3a"/>
    <p:sldLayoutId xmlns:r="http://schemas.openxmlformats.org/officeDocument/2006/relationships" id="2147483651" r:id="R292c35be446b4bae"/>
    <p:sldLayoutId xmlns:r="http://schemas.openxmlformats.org/officeDocument/2006/relationships" id="2147483652" r:id="Ree8c2d2a119d4375"/>
    <p:sldLayoutId xmlns:r="http://schemas.openxmlformats.org/officeDocument/2006/relationships" id="2147483653" r:id="R6108913eeac64c36"/>
    <p:sldLayoutId xmlns:r="http://schemas.openxmlformats.org/officeDocument/2006/relationships" id="2147483654" r:id="R03c8e1c319ad45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b9f20f38649c6" /><Relationship Type="http://schemas.openxmlformats.org/officeDocument/2006/relationships/notesSlide" Target="/ppt/notesSlides/notesSlide1.xml" Id="R8690702e107347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f7b29c8f564115" /><Relationship Type="http://schemas.openxmlformats.org/officeDocument/2006/relationships/image" Target="/ppt/media/image.jpeg" Id="Rd7f01b62a2cb4458" /><Relationship Type="http://schemas.openxmlformats.org/officeDocument/2006/relationships/notesSlide" Target="/ppt/notesSlides/notesSlide2.xml" Id="R2cd860a723074b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c8af304d8c42f0" /><Relationship Type="http://schemas.openxmlformats.org/officeDocument/2006/relationships/notesSlide" Target="/ppt/notesSlides/notesSlide3.xml" Id="R11af9fa8a5624a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df3d7e51cd414e" /><Relationship Type="http://schemas.openxmlformats.org/officeDocument/2006/relationships/image" Target="/ppt/media/image2.jpeg" Id="R6fca06d2ab17487a" /><Relationship Type="http://schemas.openxmlformats.org/officeDocument/2006/relationships/notesSlide" Target="/ppt/notesSlides/notesSlide4.xml" Id="Ree5f20b96f6c43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37053a94847b1" /><Relationship Type="http://schemas.openxmlformats.org/officeDocument/2006/relationships/notesSlide" Target="/ppt/notesSlides/notesSlide5.xml" Id="R7922945f7b7945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ce404a29d41d1" /><Relationship Type="http://schemas.openxmlformats.org/officeDocument/2006/relationships/notesSlide" Target="/ppt/notesSlides/notesSlide6.xml" Id="R7c2d22274a8a45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863ea83cc4162" /><Relationship Type="http://schemas.openxmlformats.org/officeDocument/2006/relationships/notesSlide" Target="/ppt/notesSlides/notesSlide7.xml" Id="Rfd14447e550747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4190eb4d541b3" /><Relationship Type="http://schemas.openxmlformats.org/officeDocument/2006/relationships/notesSlide" Target="/ppt/notesSlides/notesSlide8.xml" Id="R73087804c7a547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24ce538684bbc" /><Relationship Type="http://schemas.openxmlformats.org/officeDocument/2006/relationships/hyperlink" Target="https://univesp-study-landing-page.vercel.app/" TargetMode="External" Id="Ra55f5224229c48dc" /><Relationship Type="http://schemas.openxmlformats.org/officeDocument/2006/relationships/notesSlide" Target="/ppt/notesSlides/notesSlide9.xml" Id="R59afe56176de4b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prova UNIVESP">
            <a:extLst xmlns:a="http://schemas.openxmlformats.org/drawingml/2006/main">
              <a:ext uri="{FF2B5EF4-FFF2-40B4-BE49-F238E27FC236}">
                <a16:creationId xmlns:a16="http://schemas.microsoft.com/office/drawing/2014/main" id="{75855CA4-9B97-4FDE-988C-C53F8537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Aprova UNIVESP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6C6FE276-3943-4237-ADFA-87733F24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78B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78B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8BF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Um espaço gratuito&#10;para praticar e revisar">
            <a:extLst xmlns:a="http://schemas.openxmlformats.org/drawingml/2006/main">
              <a:ext uri="{FF2B5EF4-FFF2-40B4-BE49-F238E27FC236}">
                <a16:creationId xmlns:a16="http://schemas.microsoft.com/office/drawing/2014/main" id="{CBA3828A-8C89-492E-A020-A2FA2CD3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 espaço gratuito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praticar e revisar</a:t>
            </a:r>
          </a:p>
        </p:txBody>
      </p:sp>
      <p:sp>
        <p:nvSpPr>
          <p:cNvPr id="4" name="Apresentação para a comunidade da Univesp">
            <a:extLst xmlns:a="http://schemas.openxmlformats.org/drawingml/2006/main">
              <a:ext uri="{FF2B5EF4-FFF2-40B4-BE49-F238E27FC236}">
                <a16:creationId xmlns:a16="http://schemas.microsoft.com/office/drawing/2014/main" id="{4525CD1B-DACD-45CB-9D1E-2C346068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A78B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A78B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78BFA"/>
                </a:solidFill>
                <a:latin typeface="Arial"/>
                <a:ea typeface="Arial"/>
                <a:cs typeface="Arial"/>
              </a:rPr>
              <a:t>Apresentação para a comunidade da Univesp</a:t>
            </a:r>
          </a:p>
        </p:txBody>
      </p:sp>
      <p:sp>
        <p:nvSpPr>
          <p:cNvPr id="5" name="Fabio VSena&#10;Iniciativa independente de apoio ">
            <a:extLst xmlns:a="http://schemas.openxmlformats.org/drawingml/2006/main">
              <a:ext uri="{FF2B5EF4-FFF2-40B4-BE49-F238E27FC236}">
                <a16:creationId xmlns:a16="http://schemas.microsoft.com/office/drawing/2014/main" id="{7B630798-25E2-4498-9BD6-54CCE42F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Fabio VSena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Iniciativa independente de apoio aos estudos</a:t>
            </a:r>
          </a:p>
        </p:txBody>
      </p:sp>
    </p:spTree>
    <p:extLst>
      <p:ext uri="{BB962C8B-B14F-4D97-AF65-F5344CB8AC3E}">
        <p14:creationId xmlns:p14="http://schemas.microsoft.com/office/powerpoint/2010/main" val="1067267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 projeto na prática">
            <a:extLst xmlns:a="http://schemas.openxmlformats.org/drawingml/2006/main">
              <a:ext uri="{FF2B5EF4-FFF2-40B4-BE49-F238E27FC236}">
                <a16:creationId xmlns:a16="http://schemas.microsoft.com/office/drawing/2014/main" id="{FCBBECE5-8AD5-4C75-B2A8-F305A827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 projeto na prática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4E68CFCC-C24E-453D-BB2F-684574BF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E2C72-A1BB-4D57-88E1-659A7E3EE2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01b62a2cb4458"/>
          <a:stretch xmlns:a="http://schemas.openxmlformats.org/drawingml/2006/main"/>
        </p:blipFill>
        <p:spPr>
          <a:xfrm xmlns:a="http://schemas.openxmlformats.org/drawingml/2006/main">
            <a:off x="762000" y="1772102"/>
            <a:ext cx="7715250" cy="4342496"/>
          </a:xfrm>
          <a:prstGeom xmlns:a="http://schemas.openxmlformats.org/drawingml/2006/main" prst="rect">
            <a:avLst/>
          </a:prstGeom>
        </p:spPr>
      </p:pic>
      <p:sp>
        <p:nvSpPr>
          <p:cNvPr id="4" name="Questões&#10;por matéria">
            <a:extLst xmlns:a="http://schemas.openxmlformats.org/drawingml/2006/main">
              <a:ext uri="{FF2B5EF4-FFF2-40B4-BE49-F238E27FC236}">
                <a16:creationId xmlns:a16="http://schemas.microsoft.com/office/drawing/2014/main" id="{5BC61DEF-7A5E-4171-BA3B-36E252D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Questões</a:t>
            </a:r>
          </a:p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por matéria</a:t>
            </a:r>
          </a:p>
        </p:txBody>
      </p:sp>
      <p:sp>
        <p:nvSpPr>
          <p:cNvPr id="5" name="Treino com&#10;correção">
            <a:extLst xmlns:a="http://schemas.openxmlformats.org/drawingml/2006/main">
              <a:ext uri="{FF2B5EF4-FFF2-40B4-BE49-F238E27FC236}">
                <a16:creationId xmlns:a16="http://schemas.microsoft.com/office/drawing/2014/main" id="{48A63E5F-2109-4B15-A618-CAADA349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99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Treino com</a:t>
            </a:r>
          </a:p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correção</a:t>
            </a:r>
          </a:p>
        </p:txBody>
      </p:sp>
      <p:sp>
        <p:nvSpPr>
          <p:cNvPr id="6" name="Histórico&#10;individual">
            <a:extLst xmlns:a="http://schemas.openxmlformats.org/drawingml/2006/main">
              <a:ext uri="{FF2B5EF4-FFF2-40B4-BE49-F238E27FC236}">
                <a16:creationId xmlns:a16="http://schemas.microsoft.com/office/drawing/2014/main" id="{6C771FC4-3FDE-4A3B-B9E8-1E58B3EA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434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Histórico</a:t>
            </a:r>
          </a:p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individual</a:t>
            </a:r>
          </a:p>
        </p:txBody>
      </p:sp>
      <p:sp>
        <p:nvSpPr>
          <p:cNvPr id="7" name="Os indicadores na imagem são exemplos da pági">
            <a:extLst xmlns:a="http://schemas.openxmlformats.org/drawingml/2006/main">
              <a:ext uri="{FF2B5EF4-FFF2-40B4-BE49-F238E27FC236}">
                <a16:creationId xmlns:a16="http://schemas.microsoft.com/office/drawing/2014/main" id="{E290A87F-1DDF-4639-865B-7EDC50AB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Os indicadores na imagem são exemplos da página inicial.</a:t>
            </a:r>
          </a:p>
        </p:txBody>
      </p:sp>
    </p:spTree>
    <p:extLst>
      <p:ext uri="{BB962C8B-B14F-4D97-AF65-F5344CB8AC3E}">
        <p14:creationId xmlns:p14="http://schemas.microsoft.com/office/powerpoint/2010/main" val="5644468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 que você pode usar">
            <a:extLst xmlns:a="http://schemas.openxmlformats.org/drawingml/2006/main">
              <a:ext uri="{FF2B5EF4-FFF2-40B4-BE49-F238E27FC236}">
                <a16:creationId xmlns:a16="http://schemas.microsoft.com/office/drawing/2014/main" id="{F81B04FE-C951-4187-A7FF-470D6B95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 que você pode usar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FA344D53-D59D-4A4B-AFA2-B3A32625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Nova prova">
            <a:extLst xmlns:a="http://schemas.openxmlformats.org/drawingml/2006/main">
              <a:ext uri="{FF2B5EF4-FFF2-40B4-BE49-F238E27FC236}">
                <a16:creationId xmlns:a16="http://schemas.microsoft.com/office/drawing/2014/main" id="{146D11AD-50D1-4B8D-8F8E-0C028448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Nova prova</a:t>
            </a:r>
          </a:p>
        </p:txBody>
      </p:sp>
      <p:sp>
        <p:nvSpPr>
          <p:cNvPr id="4" name="Treinos por matéria, com gabarito e feedback ">
            <a:extLst xmlns:a="http://schemas.openxmlformats.org/drawingml/2006/main">
              <a:ext uri="{FF2B5EF4-FFF2-40B4-BE49-F238E27FC236}">
                <a16:creationId xmlns:a16="http://schemas.microsoft.com/office/drawing/2014/main" id="{2BC110C7-616F-4F2A-A154-79A58A01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00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Treinos por matéria, com gabarito e feedback disponível.</a:t>
            </a:r>
          </a:p>
        </p:txBody>
      </p:sp>
      <p:sp>
        <p:nvSpPr>
          <p:cNvPr id="5" name="Histórico">
            <a:extLst xmlns:a="http://schemas.openxmlformats.org/drawingml/2006/main">
              <a:ext uri="{FF2B5EF4-FFF2-40B4-BE49-F238E27FC236}">
                <a16:creationId xmlns:a16="http://schemas.microsoft.com/office/drawing/2014/main" id="{FC8CC64A-0AA5-4569-9A86-66E13F62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Histórico</a:t>
            </a:r>
          </a:p>
        </p:txBody>
      </p:sp>
      <p:sp>
        <p:nvSpPr>
          <p:cNvPr id="6" name="Resultados das suas provas para acompanhar a ">
            <a:extLst xmlns:a="http://schemas.openxmlformats.org/drawingml/2006/main">
              <a:ext uri="{FF2B5EF4-FFF2-40B4-BE49-F238E27FC236}">
                <a16:creationId xmlns:a16="http://schemas.microsoft.com/office/drawing/2014/main" id="{455BAFCF-C242-4022-9C6B-CDC4A39A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86125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Resultados das suas provas para acompanhar a prática.</a:t>
            </a:r>
          </a:p>
        </p:txBody>
      </p:sp>
      <p:sp>
        <p:nvSpPr>
          <p:cNvPr id="7" name="Flashcards e Meu plano">
            <a:extLst xmlns:a="http://schemas.openxmlformats.org/drawingml/2006/main">
              <a:ext uri="{FF2B5EF4-FFF2-40B4-BE49-F238E27FC236}">
                <a16:creationId xmlns:a16="http://schemas.microsoft.com/office/drawing/2014/main" id="{6AFB7910-870E-44B5-B7CC-202157B7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Flashcards e Meu plano</a:t>
            </a:r>
          </a:p>
        </p:txBody>
      </p:sp>
      <p:sp>
        <p:nvSpPr>
          <p:cNvPr id="8" name="Cartões de revisão e questões programadas par">
            <a:extLst xmlns:a="http://schemas.openxmlformats.org/drawingml/2006/main">
              <a:ext uri="{FF2B5EF4-FFF2-40B4-BE49-F238E27FC236}">
                <a16:creationId xmlns:a16="http://schemas.microsoft.com/office/drawing/2014/main" id="{EFC6D84C-0A47-40F6-AD3B-B9F69BA4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7200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Cartões de revisão e questões programadas para voltar.</a:t>
            </a:r>
          </a:p>
        </p:txBody>
      </p:sp>
    </p:spTree>
    <p:extLst>
      <p:ext uri="{BB962C8B-B14F-4D97-AF65-F5344CB8AC3E}">
        <p14:creationId xmlns:p14="http://schemas.microsoft.com/office/powerpoint/2010/main" val="1386184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adastro e primeiro acesso">
            <a:extLst xmlns:a="http://schemas.openxmlformats.org/drawingml/2006/main">
              <a:ext uri="{FF2B5EF4-FFF2-40B4-BE49-F238E27FC236}">
                <a16:creationId xmlns:a16="http://schemas.microsoft.com/office/drawing/2014/main" id="{33E3AFD5-46FE-4414-A143-325DFE6D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Cadastro e primeiro acesso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97F424A9-A8D6-479D-A1D5-E168304E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1. Abra o site e escolha&#10;Criar conta grátis">
            <a:extLst xmlns:a="http://schemas.openxmlformats.org/drawingml/2006/main">
              <a:ext uri="{FF2B5EF4-FFF2-40B4-BE49-F238E27FC236}">
                <a16:creationId xmlns:a16="http://schemas.microsoft.com/office/drawing/2014/main" id="{A953DC9B-1DDD-4A07-A0D2-CEF03500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1. Abra o site e escolha</a:t>
            </a:r>
          </a:p>
          <a:p xmlns:a="http://schemas.openxmlformats.org/drawingml/2006/main">
            <a:pPr>
              <a:defRPr sz="24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Criar conta grátis</a:t>
            </a:r>
          </a:p>
        </p:txBody>
      </p:sp>
      <p:sp>
        <p:nvSpPr>
          <p:cNvPr id="4" name="2. Informe nome, curso e&#10;e-mail @aluno.unives">
            <a:extLst xmlns:a="http://schemas.openxmlformats.org/drawingml/2006/main">
              <a:ext uri="{FF2B5EF4-FFF2-40B4-BE49-F238E27FC236}">
                <a16:creationId xmlns:a16="http://schemas.microsoft.com/office/drawing/2014/main" id="{9D28FD6D-03C5-42F2-9DF3-C3ADC042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2. Informe nome, curso e</a:t>
            </a:r>
          </a:p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e-mail @aluno.univesp.br</a:t>
            </a:r>
          </a:p>
        </p:txBody>
      </p:sp>
      <p:sp>
        <p:nvSpPr>
          <p:cNvPr id="5" name="3. Crie e confirme uma senha&#10;com pelo menos 8">
            <a:extLst xmlns:a="http://schemas.openxmlformats.org/drawingml/2006/main">
              <a:ext uri="{FF2B5EF4-FFF2-40B4-BE49-F238E27FC236}">
                <a16:creationId xmlns:a16="http://schemas.microsoft.com/office/drawing/2014/main" id="{AB490F0F-438E-41EB-9C13-575895C0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3. Crie e confirme uma senha</a:t>
            </a:r>
          </a:p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com pelo menos 8 caracteres</a:t>
            </a:r>
          </a:p>
        </p:txBody>
      </p:sp>
      <p:sp>
        <p:nvSpPr>
          <p:cNvPr id="6" name="Acesso imediato após o cadastro">
            <a:extLst xmlns:a="http://schemas.openxmlformats.org/drawingml/2006/main">
              <a:ext uri="{FF2B5EF4-FFF2-40B4-BE49-F238E27FC236}">
                <a16:creationId xmlns:a16="http://schemas.microsoft.com/office/drawing/2014/main" id="{503A2B7D-889E-47B6-87D7-3A803E54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Acesso imediato após o cadastro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206AE-E86F-4529-A2EB-DAD3E0A432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a06d2ab17487a"/>
          <a:stretch xmlns:a="http://schemas.openxmlformats.org/drawingml/2006/main"/>
        </p:blipFill>
        <p:spPr>
          <a:xfrm xmlns:a="http://schemas.openxmlformats.org/drawingml/2006/main">
            <a:off x="6257925" y="2375904"/>
            <a:ext cx="5095875" cy="28681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3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u primeiro treino">
            <a:extLst xmlns:a="http://schemas.openxmlformats.org/drawingml/2006/main">
              <a:ext uri="{FF2B5EF4-FFF2-40B4-BE49-F238E27FC236}">
                <a16:creationId xmlns:a16="http://schemas.microsoft.com/office/drawing/2014/main" id="{875C6586-576B-4990-A661-ADA08E92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Seu primeiro treino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995B3E17-AF3E-4CBE-8019-8A3357E0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42B83DA-0326-4F25-9C78-FFE4D667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Nova prova">
            <a:extLst xmlns:a="http://schemas.openxmlformats.org/drawingml/2006/main">
              <a:ext uri="{FF2B5EF4-FFF2-40B4-BE49-F238E27FC236}">
                <a16:creationId xmlns:a16="http://schemas.microsoft.com/office/drawing/2014/main" id="{38AAA3CF-B824-40D2-8386-8780F81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526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Nova prova</a:t>
            </a:r>
          </a:p>
        </p:txBody>
      </p:sp>
      <p:sp>
        <p:nvSpPr>
          <p:cNvPr id="5" name="Escolha uma matéria publicada.">
            <a:extLst xmlns:a="http://schemas.openxmlformats.org/drawingml/2006/main">
              <a:ext uri="{FF2B5EF4-FFF2-40B4-BE49-F238E27FC236}">
                <a16:creationId xmlns:a16="http://schemas.microsoft.com/office/drawing/2014/main" id="{84B3F529-EEEA-4175-BFEB-6C3243F5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52625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Escolha uma matéria publicada.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91130427-32C2-4244-A941-47728C5E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Quantidade">
            <a:extLst xmlns:a="http://schemas.openxmlformats.org/drawingml/2006/main">
              <a:ext uri="{FF2B5EF4-FFF2-40B4-BE49-F238E27FC236}">
                <a16:creationId xmlns:a16="http://schemas.microsoft.com/office/drawing/2014/main" id="{011F9901-1184-4626-8798-4681BF48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813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Quantidade</a:t>
            </a:r>
          </a:p>
        </p:txBody>
      </p:sp>
      <p:sp>
        <p:nvSpPr>
          <p:cNvPr id="8" name="Comece com 5 questões, se disponíveis.">
            <a:extLst xmlns:a="http://schemas.openxmlformats.org/drawingml/2006/main">
              <a:ext uri="{FF2B5EF4-FFF2-40B4-BE49-F238E27FC236}">
                <a16:creationId xmlns:a16="http://schemas.microsoft.com/office/drawing/2014/main" id="{12F9873C-09FB-4ECA-ADBB-EEEF3863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81325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Comece com 5 questões, se disponíveis.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39C7C067-A4B4-47FF-9523-98880A74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Respostas">
            <a:extLst xmlns:a="http://schemas.openxmlformats.org/drawingml/2006/main">
              <a:ext uri="{FF2B5EF4-FFF2-40B4-BE49-F238E27FC236}">
                <a16:creationId xmlns:a16="http://schemas.microsoft.com/office/drawing/2014/main" id="{27155EDA-C3FD-4039-B2C5-DD3E8FC7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00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Respostas</a:t>
            </a:r>
          </a:p>
        </p:txBody>
      </p:sp>
      <p:sp>
        <p:nvSpPr>
          <p:cNvPr id="11" name="Responda e conclua o treino.">
            <a:extLst xmlns:a="http://schemas.openxmlformats.org/drawingml/2006/main">
              <a:ext uri="{FF2B5EF4-FFF2-40B4-BE49-F238E27FC236}">
                <a16:creationId xmlns:a16="http://schemas.microsoft.com/office/drawing/2014/main" id="{22D456C6-7710-42B3-A010-24280868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10025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Responda e conclua o treino.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1FBC1189-5C62-4B51-BF54-18DF21CB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Resultado">
            <a:extLst xmlns:a="http://schemas.openxmlformats.org/drawingml/2006/main">
              <a:ext uri="{FF2B5EF4-FFF2-40B4-BE49-F238E27FC236}">
                <a16:creationId xmlns:a16="http://schemas.microsoft.com/office/drawing/2014/main" id="{C05D17A9-7DAF-4CBF-9D69-42B1164C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387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4" name="Confira os acertos e o feedback disponível.">
            <a:extLst xmlns:a="http://schemas.openxmlformats.org/drawingml/2006/main">
              <a:ext uri="{FF2B5EF4-FFF2-40B4-BE49-F238E27FC236}">
                <a16:creationId xmlns:a16="http://schemas.microsoft.com/office/drawing/2014/main" id="{09BA3545-B8C6-4CBE-B0EB-56592B03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38725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Confira os acertos e o feedback disponível.</a:t>
            </a:r>
          </a:p>
        </p:txBody>
      </p:sp>
    </p:spTree>
    <p:extLst>
      <p:ext uri="{BB962C8B-B14F-4D97-AF65-F5344CB8AC3E}">
        <p14:creationId xmlns:p14="http://schemas.microsoft.com/office/powerpoint/2010/main" val="1984747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visão depois do treino">
            <a:extLst xmlns:a="http://schemas.openxmlformats.org/drawingml/2006/main">
              <a:ext uri="{FF2B5EF4-FFF2-40B4-BE49-F238E27FC236}">
                <a16:creationId xmlns:a16="http://schemas.microsoft.com/office/drawing/2014/main" id="{7CC3AF60-4014-4CC4-94E2-0B136937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Revisão depois do treino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52A4566B-7BE4-4671-828B-75A48C0C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Questões que eu já errei">
            <a:extLst xmlns:a="http://schemas.openxmlformats.org/drawingml/2006/main">
              <a:ext uri="{FF2B5EF4-FFF2-40B4-BE49-F238E27FC236}">
                <a16:creationId xmlns:a16="http://schemas.microsoft.com/office/drawing/2014/main" id="{9B18000D-41FC-47A3-A73C-2400EDE6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Questões que eu já errei</a:t>
            </a:r>
          </a:p>
        </p:txBody>
      </p:sp>
      <p:sp>
        <p:nvSpPr>
          <p:cNvPr id="4" name="Um filtro para concentrar o treino nas suas d">
            <a:extLst xmlns:a="http://schemas.openxmlformats.org/drawingml/2006/main">
              <a:ext uri="{FF2B5EF4-FFF2-40B4-BE49-F238E27FC236}">
                <a16:creationId xmlns:a16="http://schemas.microsoft.com/office/drawing/2014/main" id="{F2229A63-5698-4C56-B7CD-43F8A7A8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00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Um filtro para concentrar o treino nas suas dificuldades.</a:t>
            </a:r>
          </a:p>
        </p:txBody>
      </p:sp>
      <p:sp>
        <p:nvSpPr>
          <p:cNvPr id="5" name="Meu plano">
            <a:extLst xmlns:a="http://schemas.openxmlformats.org/drawingml/2006/main">
              <a:ext uri="{FF2B5EF4-FFF2-40B4-BE49-F238E27FC236}">
                <a16:creationId xmlns:a16="http://schemas.microsoft.com/office/drawing/2014/main" id="{6A2AE9BE-C014-4F7E-BF38-3F2FA15F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Meu plano</a:t>
            </a:r>
          </a:p>
        </p:txBody>
      </p:sp>
      <p:sp>
        <p:nvSpPr>
          <p:cNvPr id="6" name="Revisões programadas conforme sua avaliação d">
            <a:extLst xmlns:a="http://schemas.openxmlformats.org/drawingml/2006/main">
              <a:ext uri="{FF2B5EF4-FFF2-40B4-BE49-F238E27FC236}">
                <a16:creationId xmlns:a16="http://schemas.microsoft.com/office/drawing/2014/main" id="{FBA8561A-A7AF-4CD5-9950-0F358F19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86125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Revisões programadas conforme sua avaliação de dificuldade.</a:t>
            </a:r>
          </a:p>
        </p:txBody>
      </p:sp>
      <p:sp>
        <p:nvSpPr>
          <p:cNvPr id="7" name="Flashcards">
            <a:extLst xmlns:a="http://schemas.openxmlformats.org/drawingml/2006/main">
              <a:ext uri="{FF2B5EF4-FFF2-40B4-BE49-F238E27FC236}">
                <a16:creationId xmlns:a16="http://schemas.microsoft.com/office/drawing/2014/main" id="{0C828326-342A-4B7D-92E5-C39BBABE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Flashcards</a:t>
            </a:r>
          </a:p>
        </p:txBody>
      </p:sp>
      <p:sp>
        <p:nvSpPr>
          <p:cNvPr id="8" name="Tente lembrar, revele a resposta e avalie com">
            <a:extLst xmlns:a="http://schemas.openxmlformats.org/drawingml/2006/main">
              <a:ext uri="{FF2B5EF4-FFF2-40B4-BE49-F238E27FC236}">
                <a16:creationId xmlns:a16="http://schemas.microsoft.com/office/drawing/2014/main" id="{A2B1298B-5BA7-4C51-A813-A65A24E8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7200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Tente lembrar, revele a resposta e avalie como foi.</a:t>
            </a:r>
          </a:p>
        </p:txBody>
      </p:sp>
    </p:spTree>
    <p:extLst>
      <p:ext uri="{BB962C8B-B14F-4D97-AF65-F5344CB8AC3E}">
        <p14:creationId xmlns:p14="http://schemas.microsoft.com/office/powerpoint/2010/main" val="7805101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ma comunidade que contribui">
            <a:extLst xmlns:a="http://schemas.openxmlformats.org/drawingml/2006/main">
              <a:ext uri="{FF2B5EF4-FFF2-40B4-BE49-F238E27FC236}">
                <a16:creationId xmlns:a16="http://schemas.microsoft.com/office/drawing/2014/main" id="{0C4FF0EB-53B9-437F-96E5-AA7390BA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Uma comunidade que contribui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0F570135-06C8-4ACB-8622-4B27AAB2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O catálogo é compartilhado.&#10;O progresso é de ">
            <a:extLst xmlns:a="http://schemas.openxmlformats.org/drawingml/2006/main">
              <a:ext uri="{FF2B5EF4-FFF2-40B4-BE49-F238E27FC236}">
                <a16:creationId xmlns:a16="http://schemas.microsoft.com/office/drawing/2014/main" id="{600E05B5-AA0B-4A2F-9E68-90CF505C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O catálogo é compartilhado.</a:t>
            </a:r>
          </a:p>
          <a:p xmlns:a="http://schemas.openxmlformats.org/drawingml/2006/main">
            <a:pPr>
              <a:defRPr sz="36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O progresso é de cada aluno.</a:t>
            </a:r>
          </a:p>
        </p:txBody>
      </p:sp>
      <p:sp>
        <p:nvSpPr>
          <p:cNvPr id="4" name="Administradores revisam e publicam o conteúdo">
            <a:extLst xmlns:a="http://schemas.openxmlformats.org/drawingml/2006/main">
              <a:ext uri="{FF2B5EF4-FFF2-40B4-BE49-F238E27FC236}">
                <a16:creationId xmlns:a16="http://schemas.microsoft.com/office/drawing/2014/main" id="{975185F0-B990-41D5-9FE3-463DEBB7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Administradores revisam e publicam o conteúdo.</a:t>
            </a:r>
          </a:p>
        </p:txBody>
      </p:sp>
      <p:sp>
        <p:nvSpPr>
          <p:cNvPr id="5" name="Você envia sugestões e relata erros em Falar ">
            <a:extLst xmlns:a="http://schemas.openxmlformats.org/drawingml/2006/main">
              <a:ext uri="{FF2B5EF4-FFF2-40B4-BE49-F238E27FC236}">
                <a16:creationId xmlns:a16="http://schemas.microsoft.com/office/drawing/2014/main" id="{644E15F7-55E9-4AE7-AEE3-49B2F772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Você envia sugestões e relata erros em Falar com admin.</a:t>
            </a:r>
          </a:p>
        </p:txBody>
      </p:sp>
      <p:sp>
        <p:nvSpPr>
          <p:cNvPr id="6" name="Materiais para contribuição precisam de autor">
            <a:extLst xmlns:a="http://schemas.openxmlformats.org/drawingml/2006/main">
              <a:ext uri="{FF2B5EF4-FFF2-40B4-BE49-F238E27FC236}">
                <a16:creationId xmlns:a16="http://schemas.microsoft.com/office/drawing/2014/main" id="{87DC18D1-26E7-42EF-AD52-1DFD875B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Materiais para contribuição precisam de autorização de compartilhamento.</a:t>
            </a:r>
          </a:p>
        </p:txBody>
      </p:sp>
    </p:spTree>
    <p:extLst>
      <p:ext uri="{BB962C8B-B14F-4D97-AF65-F5344CB8AC3E}">
        <p14:creationId xmlns:p14="http://schemas.microsoft.com/office/powerpoint/2010/main" val="17088538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studo com responsabilidade">
            <a:extLst xmlns:a="http://schemas.openxmlformats.org/drawingml/2006/main">
              <a:ext uri="{FF2B5EF4-FFF2-40B4-BE49-F238E27FC236}">
                <a16:creationId xmlns:a16="http://schemas.microsoft.com/office/drawing/2014/main" id="{F44CD907-0EBF-4BAC-95B0-F27623B5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Estudo com responsabilidade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CAB39281-FCF4-406C-83CD-3BE8C2DF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Apoio à preparação para as disciplinas">
            <a:extLst xmlns:a="http://schemas.openxmlformats.org/drawingml/2006/main">
              <a:ext uri="{FF2B5EF4-FFF2-40B4-BE49-F238E27FC236}">
                <a16:creationId xmlns:a16="http://schemas.microsoft.com/office/drawing/2014/main" id="{C19D6D57-C692-4CD3-AC0A-CB5D3879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Apoio à preparação para as disciplinas</a:t>
            </a:r>
          </a:p>
        </p:txBody>
      </p:sp>
      <p:sp>
        <p:nvSpPr>
          <p:cNvPr id="4" name="Continue usando as aulas e os materiais ofici">
            <a:extLst xmlns:a="http://schemas.openxmlformats.org/drawingml/2006/main">
              <a:ext uri="{FF2B5EF4-FFF2-40B4-BE49-F238E27FC236}">
                <a16:creationId xmlns:a16="http://schemas.microsoft.com/office/drawing/2014/main" id="{2670EE97-68B9-401E-AFAB-6792DAC9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Continue usando as aulas e os materiais oficiais da Univesp.</a:t>
            </a:r>
          </a:p>
        </p:txBody>
      </p:sp>
      <p:sp>
        <p:nvSpPr>
          <p:cNvPr id="5" name="Confira respostas e explicações. Relate diver">
            <a:extLst xmlns:a="http://schemas.openxmlformats.org/drawingml/2006/main">
              <a:ext uri="{FF2B5EF4-FFF2-40B4-BE49-F238E27FC236}">
                <a16:creationId xmlns:a16="http://schemas.microsoft.com/office/drawing/2014/main" id="{59DE6678-AC06-4144-A706-FD79F879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Confira respostas e explicações. Relate divergências ao administrador.</a:t>
            </a:r>
          </a:p>
        </p:txBody>
      </p:sp>
      <p:sp>
        <p:nvSpPr>
          <p:cNvPr id="6" name="Os resultados de treino não são notas oficiai">
            <a:extLst xmlns:a="http://schemas.openxmlformats.org/drawingml/2006/main">
              <a:ext uri="{FF2B5EF4-FFF2-40B4-BE49-F238E27FC236}">
                <a16:creationId xmlns:a16="http://schemas.microsoft.com/office/drawing/2014/main" id="{A3C8A3EE-3762-491D-8F43-2900D908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Os resultados de treino não são notas oficiais nem garantia de aprovação.</a:t>
            </a:r>
          </a:p>
        </p:txBody>
      </p:sp>
    </p:spTree>
    <p:extLst>
      <p:ext uri="{BB962C8B-B14F-4D97-AF65-F5344CB8AC3E}">
        <p14:creationId xmlns:p14="http://schemas.microsoft.com/office/powerpoint/2010/main" val="112867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u primeiro treino pode ser hoje">
            <a:extLst xmlns:a="http://schemas.openxmlformats.org/drawingml/2006/main">
              <a:ext uri="{FF2B5EF4-FFF2-40B4-BE49-F238E27FC236}">
                <a16:creationId xmlns:a16="http://schemas.microsoft.com/office/drawing/2014/main" id="{1A908725-0DEF-43B0-9E2A-93C8C63E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Seu primeiro treino pode ser hoje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A2CEC78A-252A-4778-9E5F-5B77E206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78B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78B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8BF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Acesse gratuitamente">
            <a:extLst xmlns:a="http://schemas.openxmlformats.org/drawingml/2006/main">
              <a:ext uri="{FF2B5EF4-FFF2-40B4-BE49-F238E27FC236}">
                <a16:creationId xmlns:a16="http://schemas.microsoft.com/office/drawing/2014/main" id="{636C1F85-15CD-4D76-9966-923FA409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A78B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A78B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78BFA"/>
                </a:solidFill>
                <a:latin typeface="Arial"/>
                <a:ea typeface="Arial"/>
                <a:cs typeface="Arial"/>
              </a:rPr>
              <a:t>Acesse gratuitamente</a:t>
            </a:r>
          </a:p>
        </p:txBody>
      </p:sp>
      <p:sp>
        <p:nvSpPr>
          <p:cNvPr id="4" name="univesp-study-landing-page.vercel.app">
            <a:extLst xmlns:a="http://schemas.openxmlformats.org/drawingml/2006/main">
              <a:ext uri="{FF2B5EF4-FFF2-40B4-BE49-F238E27FC236}">
                <a16:creationId xmlns:a16="http://schemas.microsoft.com/office/drawing/2014/main" id="{151B83EB-8A09-42AC-9126-14395FA7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a55f5224229c48dc"/>
              </a:rPr>
              <a:t>univesp-study-landing-page.vercel.app</a:t>
            </a:r>
          </a:p>
        </p:txBody>
      </p:sp>
      <p:sp>
        <p:nvSpPr>
          <p:cNvPr id="5" name="Crie sua conta com o e-mail institucional&#10;e p">
            <a:extLst xmlns:a="http://schemas.openxmlformats.org/drawingml/2006/main">
              <a:ext uri="{FF2B5EF4-FFF2-40B4-BE49-F238E27FC236}">
                <a16:creationId xmlns:a16="http://schemas.microsoft.com/office/drawing/2014/main" id="{12A9E169-DE10-4FD2-8CDB-CEC7E0D7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Crie sua conta com o e-mail institucional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 pratique com uma matéria disponível.</a:t>
            </a:r>
          </a:p>
        </p:txBody>
      </p:sp>
      <p:sp>
        <p:nvSpPr>
          <p:cNvPr id="6" name="Dúvidas e sugestões: Falar com admin&#10;Fabio VS">
            <a:extLst xmlns:a="http://schemas.openxmlformats.org/drawingml/2006/main">
              <a:ext uri="{FF2B5EF4-FFF2-40B4-BE49-F238E27FC236}">
                <a16:creationId xmlns:a16="http://schemas.microsoft.com/office/drawing/2014/main" id="{EB8138E2-E753-49BC-978A-DE2B35AF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A78B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78B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8BFA"/>
                </a:solidFill>
                <a:latin typeface="Arial"/>
                <a:ea typeface="Arial"/>
                <a:cs typeface="Arial"/>
              </a:rPr>
              <a:t>Dúvidas e sugestões: Falar com admin</a:t>
            </a:r>
          </a:p>
          <a:p xmlns:a="http://schemas.openxmlformats.org/drawingml/2006/main">
            <a:pPr>
              <a:defRPr sz="1875" b="0">
                <a:solidFill>
                  <a:srgbClr val="A78B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8BFA"/>
                </a:solidFill>
                <a:latin typeface="Arial"/>
                <a:ea typeface="Arial"/>
                <a:cs typeface="Arial"/>
              </a:rPr>
              <a:t>Fabio VSena  /  fabiosena1436@gmail.com</a:t>
            </a:r>
          </a:p>
        </p:txBody>
      </p:sp>
    </p:spTree>
    <p:extLst>
      <p:ext uri="{BB962C8B-B14F-4D97-AF65-F5344CB8AC3E}">
        <p14:creationId xmlns:p14="http://schemas.microsoft.com/office/powerpoint/2010/main" val="1534089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2026-10-07T14:12:15.6540000Z</dcterms:created>
  <dcterms:modified xsi:type="dcterms:W3CDTF">2026-10-07T14:12:15.6540000Z</dcterms:modified>
</coreProperties>
</file>